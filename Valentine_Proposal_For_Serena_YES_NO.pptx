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Hey Serena 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 have something special to ask you…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14th February 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day made for love, smiles &amp; memories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 Us 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Coffee ☕ | Dinner 🍽️ | Long Walk 🚶‍♀️💑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Little Truth 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make ordinary moments feel special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You ❤️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“Some people are worth melting for.” ☃️💘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 Serena 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Will you be my Valentine? 🌹🥰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Answer 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👉 YES 😍     or     👉 NO 🙈</a:t>
            </a:r>
          </a:p>
          <a:p/>
          <a:p>
            <a:r>
              <a:t>(No pressure… but I’m hoping for YES ❤️)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Answer 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👉 YES 😍     or     👉 NO 🙈</a:t>
            </a:r>
          </a:p>
          <a:p/>
          <a:p>
            <a:r>
              <a:t>(No pressure… but I’m hoping for YES ❤️)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